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/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02" userDrawn="1">
          <p15:clr>
            <a:srgbClr val="A4A3A4"/>
          </p15:clr>
        </p15:guide>
        <p15:guide id="2" pos="4044" userDrawn="1">
          <p15:clr>
            <a:srgbClr val="A4A3A4"/>
          </p15:clr>
        </p15:guide>
        <p15:guide id="3" pos="438" userDrawn="1">
          <p15:clr>
            <a:srgbClr val="A4A3A4"/>
          </p15:clr>
        </p15:guide>
        <p15:guide id="4" pos="7242" userDrawn="1">
          <p15:clr>
            <a:srgbClr val="A4A3A4"/>
          </p15:clr>
        </p15:guide>
        <p15:guide id="5" orient="horz" pos="1298" userDrawn="1">
          <p15:clr>
            <a:srgbClr val="A4A3A4"/>
          </p15:clr>
        </p15:guide>
        <p15:guide id="6" orient="horz" pos="2296" userDrawn="1">
          <p15:clr>
            <a:srgbClr val="A4A3A4"/>
          </p15:clr>
        </p15:guide>
        <p15:guide id="7" orient="horz" pos="1457" userDrawn="1">
          <p15:clr>
            <a:srgbClr val="A4A3A4"/>
          </p15:clr>
        </p15:guide>
        <p15:guide id="8" orient="horz" pos="11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6A4"/>
    <a:srgbClr val="11754F"/>
    <a:srgbClr val="CCDAED"/>
    <a:srgbClr val="F2CCCC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50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384" y="32"/>
      </p:cViewPr>
      <p:guideLst>
        <p:guide orient="horz" pos="3702"/>
        <p:guide pos="4044"/>
        <p:guide pos="438"/>
        <p:guide pos="7242"/>
        <p:guide orient="horz" pos="1298"/>
        <p:guide orient="horz" pos="2296"/>
        <p:guide orient="horz" pos="1457"/>
        <p:guide orient="horz" pos="116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2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4" Type="http://schemas.openxmlformats.org/officeDocument/2006/relationships/theme" Target="theme/theme1.xml"/><Relationship Id="rId23" Type="http://schemas.openxmlformats.org/officeDocument/2006/relationships/viewProps" Target="viewProps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91B856-4DF7-4A8C-A3C3-20FDE176F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/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DCA0B5C-2F39-40B8-9386-23D75C95B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/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76DF56-7F7E-48A2-BBA8-E845EF3FA8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2F3E6C-F1FB-4367-8D51-11275ACB481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2C2806-A06D-4BE2-9D82-7332A8A44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E1903D-FB38-48E2-AB37-8B19DD44D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D00BF2-A6B6-46E6-8494-7F1F72A21B9C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829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7492D1-90FA-4560-B957-656F152E1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/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876002-4225-4614-B0C4-50EF8F36D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/>
            </a:r>
          </a:p>
          <a:p>
            <a:pPr lvl="1"/>
            <a:r>
              <a:rPr lang="zh-CN" altLang="en-US"/>
              <a:t/>
            </a:r>
          </a:p>
          <a:p>
            <a:pPr lvl="2"/>
            <a:r>
              <a:rPr lang="zh-CN" altLang="en-US"/>
              <a:t/>
            </a:r>
          </a:p>
          <a:p>
            <a:pPr lvl="3"/>
            <a:r>
              <a:rPr lang="zh-CN" altLang="en-US"/>
              <a:t/>
            </a:r>
          </a:p>
          <a:p>
            <a:pPr lvl="4"/>
            <a:r>
              <a:rPr lang="zh-CN" altLang="en-US"/>
              <a:t/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DEFC31-28E6-4C60-9AD2-C4B181FAD5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2F3E6C-F1FB-4367-8D51-11275ACB481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4AE4C4-E8C4-4159-932E-5EFA5D442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01EDB6-276B-47FC-8785-CC0B110FC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D00BF2-A6B6-46E6-8494-7F1F72A21B9C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27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BBD91D-66BF-4E50-802B-3110F75E5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/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474CD7-088A-4911-97D1-3F1C34E58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/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619621-C3DE-42A6-BB78-3AF1CCDF5A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2F3E6C-F1FB-4367-8D51-11275ACB481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02B65D-B79A-4D1D-9FAD-3AB36F83B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3ECDC9-E994-4ECB-BF99-3C3C53EEC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D00BF2-A6B6-46E6-8494-7F1F72A21B9C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193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F848D6-38E0-41EF-938E-78EA084A5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/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879125-BFF9-43DD-9B01-4D03E1AA3A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/>
            </a:r>
          </a:p>
          <a:p>
            <a:pPr lvl="1"/>
            <a:r>
              <a:rPr lang="zh-CN" altLang="en-US"/>
              <a:t/>
            </a:r>
          </a:p>
          <a:p>
            <a:pPr lvl="2"/>
            <a:r>
              <a:rPr lang="zh-CN" altLang="en-US"/>
              <a:t/>
            </a:r>
          </a:p>
          <a:p>
            <a:pPr lvl="3"/>
            <a:r>
              <a:rPr lang="zh-CN" altLang="en-US"/>
              <a:t/>
            </a:r>
          </a:p>
          <a:p>
            <a:pPr lvl="4"/>
            <a:r>
              <a:rPr lang="zh-CN" altLang="en-US"/>
              <a:t/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6FB6B3-8141-47F0-AB9F-AE2B284C06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/>
            </a:r>
          </a:p>
          <a:p>
            <a:pPr lvl="1"/>
            <a:r>
              <a:rPr lang="zh-CN" altLang="en-US"/>
              <a:t/>
            </a:r>
          </a:p>
          <a:p>
            <a:pPr lvl="2"/>
            <a:r>
              <a:rPr lang="zh-CN" altLang="en-US"/>
              <a:t/>
            </a:r>
          </a:p>
          <a:p>
            <a:pPr lvl="3"/>
            <a:r>
              <a:rPr lang="zh-CN" altLang="en-US"/>
              <a:t/>
            </a:r>
          </a:p>
          <a:p>
            <a:pPr lvl="4"/>
            <a:r>
              <a:rPr lang="zh-CN" altLang="en-US"/>
              <a:t/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A8185B-9F8B-4B62-B7DE-CFD09D2C57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2F3E6C-F1FB-4367-8D51-11275ACB481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070E61-0472-4173-BF85-10A1B276D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EC200B-CBB4-453E-85B7-DFD3274A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D00BF2-A6B6-46E6-8494-7F1F72A21B9C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091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0AC4CD-4C4B-48B0-8DB7-7ACBE9E0E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/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B07C12-78D5-4A38-9ACE-B5087F2CA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/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F0C2A0-62A5-4DBC-8B68-08CF688B0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/>
            </a:r>
          </a:p>
          <a:p>
            <a:pPr lvl="1"/>
            <a:r>
              <a:rPr lang="zh-CN" altLang="en-US"/>
              <a:t/>
            </a:r>
          </a:p>
          <a:p>
            <a:pPr lvl="2"/>
            <a:r>
              <a:rPr lang="zh-CN" altLang="en-US"/>
              <a:t/>
            </a:r>
          </a:p>
          <a:p>
            <a:pPr lvl="3"/>
            <a:r>
              <a:rPr lang="zh-CN" altLang="en-US"/>
              <a:t/>
            </a:r>
          </a:p>
          <a:p>
            <a:pPr lvl="4"/>
            <a:r>
              <a:rPr lang="zh-CN" altLang="en-US"/>
              <a:t/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C5DFA60-34C3-46B6-AE05-6D1BD921C7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/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D384A97-AF8E-49E6-B5BA-D474651B2A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/>
            </a:r>
          </a:p>
          <a:p>
            <a:pPr lvl="1"/>
            <a:r>
              <a:rPr lang="zh-CN" altLang="en-US"/>
              <a:t/>
            </a:r>
          </a:p>
          <a:p>
            <a:pPr lvl="2"/>
            <a:r>
              <a:rPr lang="zh-CN" altLang="en-US"/>
              <a:t/>
            </a:r>
          </a:p>
          <a:p>
            <a:pPr lvl="3"/>
            <a:r>
              <a:rPr lang="zh-CN" altLang="en-US"/>
              <a:t/>
            </a:r>
          </a:p>
          <a:p>
            <a:pPr lvl="4"/>
            <a:r>
              <a:rPr lang="zh-CN" altLang="en-US"/>
              <a:t/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6BB1152-5F55-4A97-BC5F-38A502CCBA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2F3E6C-F1FB-4367-8D51-11275ACB481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9DAAA23-66AF-4FF3-925E-03D85DFE6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64D857C-AB0F-4FD2-9D66-5447DC21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D00BF2-A6B6-46E6-8494-7F1F72A21B9C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58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468971-8ACF-4096-9564-D4C87C839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/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9029D1-7825-49BA-B57F-9C34B6E036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2F3E6C-F1FB-4367-8D51-11275ACB481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26A7FFC-EB5B-4467-8F22-B4128A43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795373-C992-4F82-A4CC-5191284F6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D00BF2-A6B6-46E6-8494-7F1F72A21B9C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077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CA4C5C-0477-4899-AA5D-E9BEFD94A8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2F3E6C-F1FB-4367-8D51-11275ACB481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303972A-0B66-4481-822D-DED896E0E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41685C-980F-4434-A9DA-43EB11A9C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D00BF2-A6B6-46E6-8494-7F1F72A21B9C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757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96434A-1D91-4048-B619-1AD65B078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/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3287CE-D8A0-4D24-ABC8-1F951A779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/>
            </a:r>
          </a:p>
          <a:p>
            <a:pPr lvl="1"/>
            <a:r>
              <a:rPr lang="zh-CN" altLang="en-US"/>
              <a:t/>
            </a:r>
          </a:p>
          <a:p>
            <a:pPr lvl="2"/>
            <a:r>
              <a:rPr lang="zh-CN" altLang="en-US"/>
              <a:t/>
            </a:r>
          </a:p>
          <a:p>
            <a:pPr lvl="3"/>
            <a:r>
              <a:rPr lang="zh-CN" altLang="en-US"/>
              <a:t/>
            </a:r>
          </a:p>
          <a:p>
            <a:pPr lvl="4"/>
            <a:r>
              <a:rPr lang="zh-CN" altLang="en-US"/>
              <a:t/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B4F9BC-D27D-47B7-A2A6-6C8E5E703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/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56D959-D36B-49C5-A655-94EC63AE03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2F3E6C-F1FB-4367-8D51-11275ACB481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4215E7-1E14-49F3-8ED1-4687A3C3C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F72A16-C31E-4BD8-BE2B-2C5C3AEDE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D00BF2-A6B6-46E6-8494-7F1F72A21B9C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089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A5B6D-F45D-4151-AF07-15C5D7D70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/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CA9981F-D491-4952-8ECE-13B8CFE4E3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AFBC45-9F15-4C75-9C7B-1BFCE49B7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/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D0622D-8223-4256-A7EA-2F4E1F8D15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2F3E6C-F1FB-4367-8D51-11275ACB481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629EDD-10AE-43F8-9CF7-02132247C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D337C9-DE96-4402-922D-1155831EE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D00BF2-A6B6-46E6-8494-7F1F72A21B9C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305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9102F3-78E5-4983-B9C3-402E80721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/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F4C6E2-F4EA-4EC9-B5AB-69BDC1B81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/>
            </a:r>
          </a:p>
          <a:p>
            <a:pPr lvl="1"/>
            <a:r>
              <a:rPr lang="zh-CN" altLang="en-US"/>
              <a:t/>
            </a:r>
          </a:p>
          <a:p>
            <a:pPr lvl="2"/>
            <a:r>
              <a:rPr lang="zh-CN" altLang="en-US"/>
              <a:t/>
            </a:r>
          </a:p>
          <a:p>
            <a:pPr lvl="3"/>
            <a:r>
              <a:rPr lang="zh-CN" altLang="en-US"/>
              <a:t/>
            </a:r>
          </a:p>
          <a:p>
            <a:pPr lvl="4"/>
            <a:r>
              <a:rPr lang="zh-CN" altLang="en-US"/>
              <a:t/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A550ED-89F4-4595-A377-A9B3A6C29F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2F3E6C-F1FB-4367-8D51-11275ACB481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7196FA-A4BC-41E1-AC7D-FEF9049B3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18C52B-9E23-4DB1-80A4-6227DD38F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D00BF2-A6B6-46E6-8494-7F1F72A21B9C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5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60F6F70-1AAD-49BB-BA22-80592A901E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/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47DBF8-6E69-4C28-AE18-073683955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/>
            </a:r>
          </a:p>
          <a:p>
            <a:pPr lvl="1"/>
            <a:r>
              <a:rPr lang="zh-CN" altLang="en-US"/>
              <a:t/>
            </a:r>
          </a:p>
          <a:p>
            <a:pPr lvl="2"/>
            <a:r>
              <a:rPr lang="zh-CN" altLang="en-US"/>
              <a:t/>
            </a:r>
          </a:p>
          <a:p>
            <a:pPr lvl="3"/>
            <a:r>
              <a:rPr lang="zh-CN" altLang="en-US"/>
              <a:t/>
            </a:r>
          </a:p>
          <a:p>
            <a:pPr lvl="4"/>
            <a:r>
              <a:rPr lang="zh-CN" altLang="en-US"/>
              <a:t/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6F7E41-DD4F-4E26-89F8-688638DEB2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2F3E6C-F1FB-4367-8D51-11275ACB481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8857AE-F96A-418D-9FB4-2DD7D3F54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B6AC34-A2E9-4998-9E21-9F8E891BA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D00BF2-A6B6-46E6-8494-7F1F72A21B9C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522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93F659EC-54EF-4966-AD87-26E85A4ABD0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61" r="22179"/>
          <a:stretch/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2679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04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04" userDrawn="1">
          <p15:clr>
            <a:srgbClr val="F26B43"/>
          </p15:clr>
        </p15:guide>
        <p15:guide id="4" pos="7368" userDrawn="1">
          <p15:clr>
            <a:srgbClr val="F26B43"/>
          </p15:clr>
        </p15:guide>
        <p15:guide id="5" orient="horz" pos="560" userDrawn="1">
          <p15:clr>
            <a:srgbClr val="F26B43"/>
          </p15:clr>
        </p15:guide>
        <p15:guide id="6" orient="horz" pos="624" userDrawn="1">
          <p15:clr>
            <a:srgbClr val="F26B43"/>
          </p15:clr>
        </p15:guide>
        <p15:guide id="7" orient="horz" pos="4056" userDrawn="1">
          <p15:clr>
            <a:srgbClr val="F26B43"/>
          </p15:clr>
        </p15:guide>
        <p15:guide id="8" orient="horz" pos="3992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 主题​​">
  <a:themeElements>
    <a:clrScheme name="自定义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6A4"/>
      </a:accent1>
      <a:accent2>
        <a:srgbClr val="0046A4"/>
      </a:accent2>
      <a:accent3>
        <a:srgbClr val="0046A4"/>
      </a:accent3>
      <a:accent4>
        <a:srgbClr val="0046A4"/>
      </a:accent4>
      <a:accent5>
        <a:srgbClr val="0046A4"/>
      </a:accent5>
      <a:accent6>
        <a:srgbClr val="0046A4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